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8" r:id="rId4"/>
    <p:sldId id="258" r:id="rId5"/>
    <p:sldId id="259" r:id="rId6"/>
    <p:sldId id="270" r:id="rId7"/>
    <p:sldId id="260" r:id="rId8"/>
    <p:sldId id="269" r:id="rId9"/>
    <p:sldId id="264" r:id="rId10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TxnPD+aw2LrBypMl/CD7XQzv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627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72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9ac0196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7" name="Google Shape;77;g319ac019662_0_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267855" y="1415333"/>
            <a:ext cx="9033163" cy="340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algn="ctr"/>
            <a:r>
              <a:rPr lang="en-US" sz="4800" dirty="0"/>
              <a:t>Grocify — Online Grocery Store System</a:t>
            </a:r>
            <a:endParaRPr lang="en-US" sz="1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Supervised By 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734945" marR="2727325" lvl="0" algn="ctr">
              <a:lnSpc>
                <a:spcPct val="101200"/>
              </a:lnSpc>
              <a:spcBef>
                <a:spcPts val="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Gurpreet Singh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324927" y="5542364"/>
            <a:ext cx="7103745" cy="95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ctr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1150" y="3118868"/>
            <a:ext cx="91445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0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Nidhish Kamboj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(2210990606)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Hardik Garg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(2210990355)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44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Introduction</a:t>
            </a:r>
            <a:endParaRPr dirty="0"/>
          </a:p>
        </p:txBody>
      </p:sp>
      <p:sp>
        <p:nvSpPr>
          <p:cNvPr id="59" name="Google Shape;59;p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21C17-34A8-7E7D-0F5E-17BE034A4FE6}"/>
              </a:ext>
            </a:extLst>
          </p:cNvPr>
          <p:cNvSpPr txBox="1"/>
          <p:nvPr/>
        </p:nvSpPr>
        <p:spPr>
          <a:xfrm>
            <a:off x="444500" y="1517650"/>
            <a:ext cx="874286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69E89-4016-2A9D-0836-F08EA22B833E}"/>
              </a:ext>
            </a:extLst>
          </p:cNvPr>
          <p:cNvSpPr txBox="1"/>
          <p:nvPr/>
        </p:nvSpPr>
        <p:spPr>
          <a:xfrm>
            <a:off x="566234" y="1439917"/>
            <a:ext cx="8510641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Grocify is a web-based online grocery shopping platform designed to bring the convenience of supermarket shopping to users' fingertips.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allows customers to browse products by category, search for items, view detailed product information, and complete purchases through a streamlined interface.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Built with a clean, intuitive UI featuring a navigation bar, search functionality, cart management, and user login — all accessible from every page.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Categories covered include: Fruits &amp; Vegetables, Dairy &amp; Eggs, Beverages, Bakery, Snacks, Personal Care, and Condiments &amp; Spices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Tagline: "Groceries Made Easy"</a:t>
            </a: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78E9-AC64-C38C-6C8E-E3FC4CAF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9" y="109377"/>
            <a:ext cx="5372640" cy="430887"/>
          </a:xfrm>
        </p:spPr>
        <p:txBody>
          <a:bodyPr/>
          <a:lstStyle/>
          <a:p>
            <a:r>
              <a:rPr lang="en-US" sz="3600" dirty="0"/>
              <a:t>Objective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3CAB3E-6D9C-CE40-D62E-8F69241475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8295" y="2071089"/>
            <a:ext cx="74145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9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9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9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58BC7-E6BF-747B-853B-67619E7E9606}"/>
              </a:ext>
            </a:extLst>
          </p:cNvPr>
          <p:cNvSpPr txBox="1"/>
          <p:nvPr/>
        </p:nvSpPr>
        <p:spPr>
          <a:xfrm>
            <a:off x="428625" y="1474076"/>
            <a:ext cx="8896350" cy="5301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To develop a fully functional web-based grocery store that enables customers to shop online without visiting a physical store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To provide an </a:t>
            </a:r>
            <a:r>
              <a:rPr lang="en-US" sz="1900" dirty="0" err="1"/>
              <a:t>organised</a:t>
            </a:r>
            <a:r>
              <a:rPr lang="en-US" sz="1900" dirty="0"/>
              <a:t>, category-based product browsing experience for ease of navigation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To implement a product detail system showing real-time pricing, stock availability, and item descriptions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To facilitate a smooth cart and purchase workflow — from product selection to checkout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To build a scalable platform that can host multiple product categories and support a growing product catalogue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To create an accessible and responsive design that works for a wide range of users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88946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69573" y="-10601"/>
            <a:ext cx="5361155" cy="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Problem Statement</a:t>
            </a:r>
            <a:endParaRPr sz="3600" dirty="0"/>
          </a:p>
        </p:txBody>
      </p:sp>
      <p:sp>
        <p:nvSpPr>
          <p:cNvPr id="66" name="Google Shape;66;p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BC627-19E8-79E5-0AE3-60F3ACF7DE90}"/>
              </a:ext>
            </a:extLst>
          </p:cNvPr>
          <p:cNvSpPr txBox="1"/>
          <p:nvPr/>
        </p:nvSpPr>
        <p:spPr>
          <a:xfrm>
            <a:off x="349250" y="1276351"/>
            <a:ext cx="832485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grocery shopping requires physical presence, which is time-consuming and inconvenient for busy individuals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often face challenges such as limited store hours, long queues, unavailability of specific products, and a lack of product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grocery retailers lack a digital presence, making it difficult to compete with supermarket chains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affordable, easy-to-use online platform that bridges the gap between local grocery stores and digital consumers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often complex or inaccessible for smaller stores — Grocify aims to solve this with a lightweight, straightforward web application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Methodology</a:t>
            </a:r>
            <a:endParaRPr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-117894" y="900750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250790" y="1152130"/>
            <a:ext cx="8029532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with a multi-page structure: Homepage, Products Page, Product Detail Pages, and About Page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0FEEF-394A-498E-ED47-1E8EA884A0B7}"/>
              </a:ext>
            </a:extLst>
          </p:cNvPr>
          <p:cNvSpPr txBox="1"/>
          <p:nvPr/>
        </p:nvSpPr>
        <p:spPr>
          <a:xfrm>
            <a:off x="250790" y="2621585"/>
            <a:ext cx="89365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Modules Developed:-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Homepage, Hero banner, product categories grid, featured products section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Page Category sidebar filter + product card grid with price &amp; stock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Detail: Full image, description, price, stock level, Add-to-Cart with quantity selector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Page, Brand mission statement, store imagery, contact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Navigation: Global search bar, Cart icon, Login control — available on all pages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Feature-by-feature iterative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Screenshot-based system documentation for all major user 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Category-driven filtering for improved product discoverability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52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/>
            <a:r>
              <a:rPr lang="en-US" sz="2400" b="1" dirty="0"/>
              <a:t>Project UI</a:t>
            </a:r>
            <a:endParaRPr sz="2400" b="1"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61C6B-B9B0-1A2F-F556-3F9D9F745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849" y="4734627"/>
            <a:ext cx="3848804" cy="19150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CB7079-7AFA-D5EF-6A1D-649A18DF8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36" y="1481653"/>
            <a:ext cx="4197764" cy="21759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C46EF2-0C0F-F27A-BD70-02199D190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45" y="4535001"/>
            <a:ext cx="4197764" cy="2114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40862E-F4D4-DB5A-2EB3-81043ABD6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1848" y="1481653"/>
            <a:ext cx="3848804" cy="217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8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9ac019662_0_1"/>
          <p:cNvSpPr txBox="1">
            <a:spLocks noGrp="1"/>
          </p:cNvSpPr>
          <p:nvPr>
            <p:ph type="title"/>
          </p:nvPr>
        </p:nvSpPr>
        <p:spPr>
          <a:xfrm>
            <a:off x="99392" y="181802"/>
            <a:ext cx="6156996" cy="5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&amp; Discussion</a:t>
            </a:r>
            <a:endParaRPr dirty="0"/>
          </a:p>
        </p:txBody>
      </p:sp>
      <p:sp>
        <p:nvSpPr>
          <p:cNvPr id="80" name="Google Shape;80;g319ac019662_0_1"/>
          <p:cNvSpPr txBox="1">
            <a:spLocks noGrp="1"/>
          </p:cNvSpPr>
          <p:nvPr>
            <p:ph type="body" idx="1"/>
          </p:nvPr>
        </p:nvSpPr>
        <p:spPr>
          <a:xfrm flipH="1">
            <a:off x="9605818" y="7269481"/>
            <a:ext cx="1098332" cy="4571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00CB0-831F-F40B-4BE0-0B6E5E4B7E32}"/>
              </a:ext>
            </a:extLst>
          </p:cNvPr>
          <p:cNvSpPr txBox="1"/>
          <p:nvPr/>
        </p:nvSpPr>
        <p:spPr>
          <a:xfrm>
            <a:off x="247650" y="1075339"/>
            <a:ext cx="92583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Successfully Delivers: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clean, browsable homepage with category cards (Fruits &amp; Vegetables, Dairy &amp; Eggs, Beverages, etc.) and a Featured Products section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functional Products page with a sidebar category filter enabling users to narrow down searches efficiently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product pages for all items — e.g., Cakes ($3.50, 50 units), Chips ($0.40, 99 units), Face Cream ($2.98, 100 units), Black Pepper ($0.50, 60 units)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visibility and quantity-controlled Add-to-Cart functionality on product detail pages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informative About page with brand mission and contact details, building customer trust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Discussion: The system effectively reduces the friction of grocery shopping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digitising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browsing and purchasing experience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Category-based filtering and stock level display directly improve user decision-making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consistent navigation bar across all pages ensures a seamless browsing experience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Featured Products section drives product discovery for new or curated items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2F8F-47D9-0DC1-143F-DD694A2F8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109377"/>
            <a:ext cx="5084405" cy="52322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2B67E-6F4F-0A2A-937C-BC4904591FAB}"/>
              </a:ext>
            </a:extLst>
          </p:cNvPr>
          <p:cNvSpPr txBox="1"/>
          <p:nvPr/>
        </p:nvSpPr>
        <p:spPr>
          <a:xfrm>
            <a:off x="294290" y="1187669"/>
            <a:ext cx="9007365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Grocify successfully demonstrates a functional, user-friendly online grocery store system with core e-commerce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covers the complete customer journey — from discovering categories on the homepage to viewing product details and adding items to the cart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addresses real-world pain points: convenience, product transparency (pricing &amp; stock), and accessible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could include: user account management, order history, payment gateway integration, delivery tracking, and an admin panel for inventory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Grocify lays a strong foundation for a scalable digital grocery solution that can benefit both consumers and small grocery retailers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5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355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/>
              <a:t>Thank You</a:t>
            </a:r>
            <a:br>
              <a:rPr lang="en-US" sz="5750"/>
            </a:br>
            <a:br>
              <a:rPr lang="en-US" sz="5750"/>
            </a:br>
            <a:br>
              <a:rPr lang="en-US" sz="5750"/>
            </a:br>
            <a:endParaRPr sz="5750"/>
          </a:p>
        </p:txBody>
      </p:sp>
      <p:sp>
        <p:nvSpPr>
          <p:cNvPr id="106" name="Google Shape;106;p7"/>
          <p:cNvSpPr txBox="1"/>
          <p:nvPr/>
        </p:nvSpPr>
        <p:spPr>
          <a:xfrm>
            <a:off x="9074494" y="6801811"/>
            <a:ext cx="11239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yritsolution</Template>
  <TotalTime>110</TotalTime>
  <Words>739</Words>
  <Application>Microsoft Office PowerPoint</Application>
  <PresentationFormat>Custom</PresentationFormat>
  <Paragraphs>73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</vt:lpstr>
      <vt:lpstr>Office Theme</vt:lpstr>
      <vt:lpstr>PowerPoint Presentation</vt:lpstr>
      <vt:lpstr>Introduction</vt:lpstr>
      <vt:lpstr>Objective</vt:lpstr>
      <vt:lpstr>Problem Statement</vt:lpstr>
      <vt:lpstr>Methodology</vt:lpstr>
      <vt:lpstr>Project UI</vt:lpstr>
      <vt:lpstr>Results &amp; Discussion</vt:lpstr>
      <vt:lpstr>Conclusion</vt:lpstr>
      <vt:lpstr>Thank You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nakul JAIN</dc:creator>
  <cp:lastModifiedBy>NIDHISH KAMBOJ</cp:lastModifiedBy>
  <cp:revision>11</cp:revision>
  <dcterms:created xsi:type="dcterms:W3CDTF">2026-03-24T19:17:42Z</dcterms:created>
  <dcterms:modified xsi:type="dcterms:W3CDTF">2026-04-28T11:13:56Z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